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spack_diagram1_user_workflow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spack_diagram2_technical_architecture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